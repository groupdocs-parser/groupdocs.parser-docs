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8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 varScale="1"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tags" Target="tags/tag1.xml" /><Relationship Id="rId7" Type="http://schemas.openxmlformats.org/officeDocument/2006/relationships/presProps" Target="presProps.xml" /><Relationship Id="rId8" Type="http://schemas.openxmlformats.org/officeDocument/2006/relationships/viewProps" Target="viewProps.xml" /><Relationship Id="rId9" Type="http://schemas.openxmlformats.org/officeDocument/2006/relationships/theme" Target="theme/theme1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Header 1" title="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Time 2" title=""/>
          <p:cNvSpPr txBox="1">
            <a:spLocks noGrp="1"/>
          </p:cNvSpPr>
          <p:nvPr>
            <p:ph type="dt" idx="1"/>
          </p:nvPr>
        </p:nvSpPr>
        <p:spPr>
          <a:xfrm>
            <a:off x="3943350" y="0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5365-DFA8-4430-85F8-AC6AA191956B}" type="datetimeFigureOut">
              <a:t>10/16/2026</a:t>
            </a:fld>
          </a:p>
        </p:txBody>
      </p:sp>
      <p:sp>
        <p:nvSpPr>
          <p:cNvPr id="4" name="SlideImage 3" title="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4" title="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sz="1200"/>
            </a:defPPr>
          </a:lstStyle>
          <a:p>
            <a:r>
              <a:rPr smtClean="0"/>
              <a:t>First Level</a:t>
            </a:r>
          </a:p>
          <a:p>
            <a:pPr lvl="1"/>
            <a:r>
              <a:rPr smtClean="0"/>
              <a:t>Second Level</a:t>
            </a:r>
          </a:p>
          <a:p>
            <a:pPr lvl="2"/>
            <a:r>
              <a:rPr smtClean="0"/>
              <a:t>Third level</a:t>
            </a:r>
          </a:p>
          <a:p>
            <a:pPr lvl="3"/>
            <a:r>
              <a:rPr smtClean="0"/>
              <a:t>Fourth level</a:t>
            </a:r>
          </a:p>
          <a:p>
            <a:pPr lvl="4"/>
            <a:r>
              <a:rPr smtClean="0"/>
              <a:t>Fifth level</a:t>
            </a:r>
          </a:p>
        </p:txBody>
      </p:sp>
      <p:sp>
        <p:nvSpPr>
          <p:cNvPr id="6" name="Footer 5" title=""/>
          <p:cNvSpPr>
            <a:spLocks noGrp="1"/>
          </p:cNvSpPr>
          <p:nvPr>
            <p:ph type="ftr" sz="quarter" idx="4"/>
          </p:nvPr>
        </p:nvSpPr>
        <p:spPr>
          <a:xfrm>
            <a:off x="0" y="8648700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Number 6" title=""/>
          <p:cNvSpPr txBox="1">
            <a:spLocks noGrp="1"/>
          </p:cNvSpPr>
          <p:nvPr>
            <p:ph type="sldNum" sz="quarter" idx="5"/>
          </p:nvPr>
        </p:nvSpPr>
        <p:spPr>
          <a:xfrm>
            <a:off x="3943350" y="8648700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45E82-EB5B-4DB0-8520-7187D14155F9}" type="slidenum">
              <a:rPr smtClean="0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Open with the sell-out story: the range sold out twice before November.</a:t>
            </a:r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227B1-5FFA-48E5-9DEC-0877E3635C2F}" type="slidenum">
              <a:rPr smtClean="0"/>
              <a:t>1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Mention that the spiced roast is blended for us by Northwind.</a:t>
            </a:r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B7057-3671-40A2-B55C-BA70343E1A33}" type="slidenum">
              <a:rPr smtClean="0"/>
              <a:t>2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Prices hold until 31 December 2025.</a:t>
            </a:r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8BBEC-80C4-4654-BF48-C0C6EBC88994}" type="slidenum">
              <a:rPr smtClean="0"/>
              <a:t>3</a:t>
            </a:fld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B522601-2FFD-4AC9-A975-71B9F57C2F1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C1E4F43-D689-4066-BCFE-8865ABD7A45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C8DEE9C-8C26-4A34-B6E7-51F1EDE889D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546A79C-D200-441F-8684-27C7E733775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E14E293B-8C2A-4247-AA73-3B6FACEFD2D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4A1B38AB-845F-4699-8BBC-318439EB9B2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13289F61-DF3F-4E28-85F6-C20EB06F1BD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447D840-FC2C-479E-989F-7F5134D2EC8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0A7C2BC-977A-4DE1-88E5-BD0A04B1AD3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ABB2531-B612-4321-B378-7A8C897FC89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9B18E7E-486D-4894-9D52-C16D1975A81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Relationship Id="rId4" Type="http://schemas.openxmlformats.org/officeDocument/2006/relationships/image" Target="../media/image2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3.jpeg" /><Relationship Id="rId4" Type="http://schemas.openxmlformats.org/officeDocument/2006/relationships/image" Target="../media/image4.jpe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pic>
        <p:nvPicPr>
          <p:cNvPr id="2" name="Logo" descr="Logo" title=""/>
          <p:cNvPicPr/>
          <p:nvPr/>
        </p:nvPicPr>
        <p:blipFill>
          <a:blip r:embed="rId3"/>
          <a:stretch>
            <a:fillRect/>
          </a:stretch>
        </p:blipFill>
        <p:spPr>
          <a:xfrm>
            <a:off x="381000" y="254000"/>
            <a:ext cx="1905000" cy="571500"/>
          </a:xfrm>
          <a:prstGeom prst="rect">
            <a:avLst/>
          </a:prstGeom>
        </p:spPr>
      </p:pic>
      <p:sp>
        <p:nvSpPr>
          <p:cNvPr id="3" name="New shape" title=""/>
          <p:cNvSpPr txBox="1"/>
          <p:nvPr/>
        </p:nvSpPr>
        <p:spPr>
          <a:xfrm>
            <a:off x="2540000" y="355600"/>
            <a:ext cx="6223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2800" b="1">
                <a:solidFill>
                  <a:srgbClr val="1F3A5F"/>
                </a:solidFill>
                <a:latin typeface="Arial"/>
              </a:rPr>
              <a:t>Autumn Harvest 2025</a:t>
            </a:r>
          </a:p>
        </p:txBody>
      </p:sp>
      <p:pic>
        <p:nvPicPr>
          <p:cNvPr id="4" name="Autumn Harvest produce crates" descr="Autumn Harvest produce crates" title=""/>
          <p:cNvPicPr/>
          <p:nvPr/>
        </p:nvPicPr>
        <p:blipFill>
          <a:blip r:embed="rId4"/>
          <a:stretch>
            <a:fillRect/>
          </a:stretch>
        </p:blipFill>
        <p:spPr>
          <a:xfrm>
            <a:off x="1778000" y="1651000"/>
            <a:ext cx="4064000" cy="2540000"/>
          </a:xfrm>
          <a:prstGeom prst="rect">
            <a:avLst/>
          </a:prstGeom>
        </p:spPr>
      </p:pic>
      <p:sp>
        <p:nvSpPr>
          <p:cNvPr id="5" name="New shape" title=""/>
          <p:cNvSpPr txBox="1"/>
          <p:nvPr/>
        </p:nvSpPr>
        <p:spPr>
          <a:xfrm>
            <a:off x="1778000" y="4318000"/>
            <a:ext cx="5588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600" b="0">
                <a:solidFill>
                  <a:srgbClr val="23303D"/>
                </a:solidFill>
                <a:latin typeface="Arial"/>
              </a:rPr>
              <a:t>Seasonal lines from Harbor Lane Provisions for grocers, cafes and restaurants.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 txBox="1"/>
          <p:nvPr/>
        </p:nvSpPr>
        <p:spPr>
          <a:xfrm>
            <a:off x="508000" y="381000"/>
            <a:ext cx="8128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2600" b="1">
                <a:solidFill>
                  <a:srgbClr val="1F3A5F"/>
                </a:solidFill>
                <a:latin typeface="Arial"/>
              </a:rPr>
              <a:t>What is in the range</a:t>
            </a:r>
          </a:p>
        </p:txBody>
      </p:sp>
      <p:pic>
        <p:nvPicPr>
          <p:cNvPr id="3" name="Cold-pressed oils and vinegars" descr="Cold-pressed oils and vinegars" title=""/>
          <p:cNvPicPr/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3810000" cy="2387600"/>
          </a:xfrm>
          <a:prstGeom prst="rect">
            <a:avLst/>
          </a:prstGeom>
        </p:spPr>
      </p:pic>
      <p:pic>
        <p:nvPicPr>
          <p:cNvPr id="4" name="Quayside Bakehouse shelf" descr="Quayside Bakehouse shelf" title=""/>
          <p:cNvPicPr/>
          <p:nvPr/>
        </p:nvPicPr>
        <p:blipFill>
          <a:blip r:embed="rId4"/>
          <a:stretch>
            <a:fillRect/>
          </a:stretch>
        </p:blipFill>
        <p:spPr>
          <a:xfrm>
            <a:off x="4826000" y="1397000"/>
            <a:ext cx="3810000" cy="2387600"/>
          </a:xfrm>
          <a:prstGeom prst="rect">
            <a:avLst/>
          </a:prstGeom>
        </p:spPr>
      </p:pic>
      <p:sp>
        <p:nvSpPr>
          <p:cNvPr id="5" name="New shape" title=""/>
          <p:cNvSpPr txBox="1"/>
          <p:nvPr/>
        </p:nvSpPr>
        <p:spPr>
          <a:xfrm>
            <a:off x="508000" y="4064000"/>
            <a:ext cx="8128000" cy="20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600" b="0">
                <a:solidFill>
                  <a:srgbClr val="23303D"/>
                </a:solidFill>
                <a:latin typeface="Arial"/>
              </a:rPr>
              <a:t>Autumn Harvest spiced roast from Northwind Coffee Roasters
Apple butter, cranberry relish and fig preserve
Squash soup, muesli and a fruit loaf from local producers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 txBox="1"/>
          <p:nvPr/>
        </p:nvSpPr>
        <p:spPr>
          <a:xfrm>
            <a:off x="508000" y="381000"/>
            <a:ext cx="8128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2600" b="1">
                <a:solidFill>
                  <a:srgbClr val="1F3A5F"/>
                </a:solidFill>
                <a:latin typeface="Arial"/>
              </a:rPr>
              <a:t>Wholesale prices</a:t>
            </a:r>
          </a:p>
        </p:txBody>
      </p:sp>
      <p:graphicFrame>
        <p:nvGraphicFramePr>
          <p:cNvPr id="3" name="Price table" title=""/>
          <p:cNvGraphicFramePr>
            <a:graphicFrameLocks noGrp="1"/>
          </p:cNvGraphicFramePr>
          <p:nvPr/>
        </p:nvGraphicFramePr>
        <p:xfrm>
          <a:off x="508000" y="1397000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4191000"/>
                <a:gridCol w="1270000"/>
                <a:gridCol w="1270000"/>
              </a:tblGrid>
              <a:tr h="381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SKU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Unit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HLP-CF-105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Autumn Harvest spiced roast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500 g bag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$11.20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HLP-HN-305</a:t>
                      </a:r>
                    </a:p>
                  </a:txBody>
                  <a:tcPr>
                    <a:solidFill>
                      <a:srgbClr val="E9D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Autumn Harvest apple butter</a:t>
                      </a:r>
                    </a:p>
                  </a:txBody>
                  <a:tcPr>
                    <a:solidFill>
                      <a:srgbClr val="E9D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300 g jar</a:t>
                      </a:r>
                    </a:p>
                  </a:txBody>
                  <a:tcPr>
                    <a:solidFill>
                      <a:srgbClr val="E9D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$4.60</a:t>
                      </a:r>
                    </a:p>
                  </a:txBody>
                  <a:tcPr>
                    <a:solidFill>
                      <a:srgbClr val="E9D8B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HLP-GR-405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Autumn Harvest muesli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750 g bag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$5.90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HLP-BK-704</a:t>
                      </a:r>
                    </a:p>
                  </a:txBody>
                  <a:tcPr>
                    <a:solidFill>
                      <a:srgbClr val="E9D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Autumn Harvest fruit loaf</a:t>
                      </a:r>
                    </a:p>
                  </a:txBody>
                  <a:tcPr>
                    <a:solidFill>
                      <a:srgbClr val="E9D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500 g loaf</a:t>
                      </a:r>
                    </a:p>
                  </a:txBody>
                  <a:tcPr>
                    <a:solidFill>
                      <a:srgbClr val="E9D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$4.75</a:t>
                      </a:r>
                    </a:p>
                  </a:txBody>
                  <a:tcPr>
                    <a:solidFill>
                      <a:srgbClr val="E9D8B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HLP-CN-905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Autumn Harvest squash soup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600 ml jar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03D"/>
                          </a:solidFill>
                          <a:latin typeface="Arial"/>
                        </a:rPr>
                        <a:t>$3.70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ew shape" title=""/>
          <p:cNvSpPr txBox="1"/>
          <p:nvPr/>
        </p:nvSpPr>
        <p:spPr>
          <a:xfrm>
            <a:off x="508000" y="5334000"/>
            <a:ext cx="8128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400" b="0">
                <a:solidFill>
                  <a:srgbClr val="5E6B78"/>
                </a:solidFill>
                <a:latin typeface="Arial"/>
              </a:rPr>
              <a:t>Prices per unit, delivered, excluding sales tax. Order by 15 October.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10.0.12"/>
  <p:tag name="AS_OS" val="Microsoft Windows NT 10.0.26200.0"/>
  <p:tag name="AS_RELEASE_DATE" val="2026.08.14"/>
  <p:tag name="AS_TITLE" val="Aspose.Slides for .NET6"/>
  <p:tag name="AS_VERSION" val="26.8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>Harbor Lane Provisions</Company>
  <PresentationFormat>On-screen Show (4:3)</PresentationFormat>
  <Paragraphs>6</Paragraphs>
  <Slides>3</Slides>
  <Notes>3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6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26.0800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Autumn Harvest product catalog</dc:title>
  <dc:creator>Lena Park</dc:creator>
  <cp:keywords>catalog, Autumn Harvest, prices</cp:keywords>
  <cp:lastModifiedBy>Lena Park</cp:lastModifiedBy>
  <cp:revision>1</cp:revision>
  <cp:lastPrinted>2026-10-16T17:29:49.849</cp:lastPrinted>
  <dcterms:created xsi:type="dcterms:W3CDTF">2025-08-25T09:00:00Z</dcterms:created>
  <dcterms:modified xsi:type="dcterms:W3CDTF">2026-10-16T14:29:50Z</dcterms:modified>
  <dc:subject>Seasonal wholesale catalog</dc:subject>
</cp:coreProperties>
</file>